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Field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Accent rule"/>
          <p:cNvSpPr/>
          <p:nvPr userDrawn="1"/>
        </p:nvSpPr>
        <p:spPr>
          <a:xfrm>
            <a:off x="914400" y="3700000"/>
            <a:ext cx="2600000" cy="74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00000"/>
            <a:ext cx="9000000" cy="1300000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950000"/>
            <a:ext cx="9000000" cy="900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Accent rule"/>
          <p:cNvSpPr/>
          <p:nvPr userDrawn="1"/>
        </p:nvSpPr>
        <p:spPr>
          <a:xfrm>
            <a:off x="914400" y="1430000"/>
            <a:ext cx="2200000" cy="60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Field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Accent rule"/>
          <p:cNvSpPr/>
          <p:nvPr userDrawn="1"/>
        </p:nvSpPr>
        <p:spPr>
          <a:xfrm>
            <a:off x="914400" y="1430000"/>
            <a:ext cx="2200000" cy="60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Accent rule"/>
          <p:cNvSpPr/>
          <p:nvPr userDrawn="1"/>
        </p:nvSpPr>
        <p:spPr>
          <a:xfrm>
            <a:off x="914400" y="1430000"/>
            <a:ext cx="2200000" cy="60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Accent rule"/>
          <p:cNvSpPr/>
          <p:nvPr userDrawn="1"/>
        </p:nvSpPr>
        <p:spPr>
          <a:xfrm>
            <a:off x="914400" y="1430000"/>
            <a:ext cx="2200000" cy="60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Accent rule"/>
          <p:cNvSpPr/>
          <p:nvPr userDrawn="1"/>
        </p:nvSpPr>
        <p:spPr>
          <a:xfrm>
            <a:off x="914400" y="1430000"/>
            <a:ext cx="2200000" cy="60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Accent rule"/>
          <p:cNvSpPr/>
          <p:nvPr userDrawn="1"/>
        </p:nvSpPr>
        <p:spPr>
          <a:xfrm>
            <a:off x="914400" y="1430000"/>
            <a:ext cx="2200000" cy="60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Accent rule"/>
          <p:cNvSpPr/>
          <p:nvPr userDrawn="1"/>
        </p:nvSpPr>
        <p:spPr>
          <a:xfrm>
            <a:off x="914400" y="1430000"/>
            <a:ext cx="2200000" cy="60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Accent rule"/>
          <p:cNvSpPr/>
          <p:nvPr userDrawn="1"/>
        </p:nvSpPr>
        <p:spPr>
          <a:xfrm>
            <a:off x="914400" y="1430000"/>
            <a:ext cx="2200000" cy="60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Accent rule"/>
          <p:cNvSpPr/>
          <p:nvPr userDrawn="1"/>
        </p:nvSpPr>
        <p:spPr>
          <a:xfrm>
            <a:off x="914400" y="1430000"/>
            <a:ext cx="2200000" cy="6000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b="1">
          <a:solidFill>
            <a:srgbClr val="13294B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buClr>
          <a:srgbClr val="FF5F05"/>
        </a:buClr>
        <a:spcBef>
          <a:spcPct val="20000"/>
        </a:spcBef>
        <a:buFont typeface="Arial"/>
        <a:buChar char="•"/>
        <a:defRPr sz="2000" kern="1200">
          <a:solidFill>
            <a:srgbClr val="1D2733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buClr>
          <a:srgbClr val="FF5F05"/>
        </a:buClr>
        <a:spcBef>
          <a:spcPct val="20000"/>
        </a:spcBef>
        <a:buFont typeface="Arial"/>
        <a:buChar char="–"/>
        <a:defRPr sz="1800" kern="1200">
          <a:solidFill>
            <a:srgbClr val="1D2733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buClr>
          <a:srgbClr val="FF5F05"/>
        </a:buClr>
        <a:spcBef>
          <a:spcPct val="20000"/>
        </a:spcBef>
        <a:buFont typeface="Arial"/>
        <a:buChar char="•"/>
        <a:defRPr sz="1600" kern="1200">
          <a:solidFill>
            <a:srgbClr val="1D2733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buClr>
          <a:srgbClr val="FF5F05"/>
        </a:buClr>
        <a:spcBef>
          <a:spcPct val="20000"/>
        </a:spcBef>
        <a:buFont typeface="Arial"/>
        <a:buChar char="–"/>
        <a:defRPr sz="1400" kern="1200">
          <a:solidFill>
            <a:srgbClr val="1D2733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buClr>
          <a:srgbClr val="FF5F05"/>
        </a:buClr>
        <a:spcBef>
          <a:spcPct val="20000"/>
        </a:spcBef>
        <a:buFont typeface="Arial"/>
        <a:buChar char="»"/>
        <a:defRPr sz="1400" kern="1200">
          <a:solidFill>
            <a:srgbClr val="1D2733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Illinois">
      <a:dk1>
        <a:srgbClr val="1D2733"/>
      </a:dk1>
      <a:lt1>
        <a:srgbClr val="FFFFFF"/>
      </a:lt1>
      <a:dk2>
        <a:srgbClr val="13294B"/>
      </a:dk2>
      <a:lt2>
        <a:srgbClr val="F2F4F7"/>
      </a:lt2>
      <a:accent1>
        <a:srgbClr val="FF5F05"/>
      </a:accent1>
      <a:accent2>
        <a:srgbClr val="13294B"/>
      </a:accent2>
      <a:accent3>
        <a:srgbClr val="D94F04"/>
      </a:accent3>
      <a:accent4>
        <a:srgbClr val="5B6E8C"/>
      </a:accent4>
      <a:accent5>
        <a:srgbClr val="9FB1C7"/>
      </a:accent5>
      <a:accent6>
        <a:srgbClr val="A5A5A5"/>
      </a:accent6>
      <a:hlink>
        <a:srgbClr val="FF5F05"/>
      </a:hlink>
      <a:folHlink>
        <a:srgbClr val="5B6E8C"/>
      </a:folHlink>
    </a:clrScheme>
    <a:fontScheme name="Illinois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